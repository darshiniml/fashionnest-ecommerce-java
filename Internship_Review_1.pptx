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Intermediate Review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Title: Full-Stack Java Development Internship</a:t>
            </a:r>
          </a:p>
          <a:p>
            <a:r>
              <a:t>Name: Darshini M L | USN/Roll No: [Your USN]</a:t>
            </a:r>
          </a:p>
          <a:p>
            <a:r>
              <a:t>Company/Organization Name: [Company Name]</a:t>
            </a:r>
          </a:p>
          <a:p>
            <a:r>
              <a:t>Duration of Internship: [Duration]</a:t>
            </a:r>
          </a:p>
          <a:p>
            <a:r>
              <a:t>Internal Guide: [Name] | External Guide: [Name] | HOD: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About the organization: [Company Overview details]</a:t>
            </a:r>
          </a:p>
          <a:p>
            <a:pPr/>
            <a:r>
              <a:t>Domain: Software Development &amp; E-Commerce</a:t>
            </a:r>
          </a:p>
          <a:p>
            <a:pPr/>
            <a:r>
              <a:t>Products/Services: Web Application Development, Full-Stack Database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Internship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of the internship:</a:t>
            </a:r>
          </a:p>
          <a:p>
            <a:pPr/>
            <a:r>
              <a:t>- To gain practical, hands-on experience in building a full-stack Java web application using the MVC architecture.</a:t>
            </a:r>
          </a:p>
          <a:p>
            <a:pPr/>
            <a:r>
              <a:t>Problem statement:</a:t>
            </a:r>
          </a:p>
          <a:p>
            <a:pPr/>
            <a:r>
              <a:t>- Developing a scalable, secure, and user-friendly eCommerce platform (FashionNest) capable of handling product browsing, shopping carts, and order checkouts.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languages used:</a:t>
            </a:r>
          </a:p>
          <a:p>
            <a:pPr/>
            <a:r>
              <a:t>- Java (JDK 17), HTML5, CSS3, JavaScript</a:t>
            </a:r>
          </a:p>
          <a:p>
            <a:pPr/>
            <a:r>
              <a:t>Tools used:</a:t>
            </a:r>
          </a:p>
          <a:p>
            <a:pPr/>
            <a:r>
              <a:t>- Eclipse IDE, Maven, Docker, Git, Render</a:t>
            </a:r>
          </a:p>
          <a:p>
            <a:pPr/>
            <a:r>
              <a:t>Frameworks used:</a:t>
            </a:r>
          </a:p>
          <a:p>
            <a:pPr/>
            <a:r>
              <a:t>- Java Servlets, JSP (JavaServer Pages)</a:t>
            </a:r>
          </a:p>
          <a:p>
            <a:pPr/>
            <a:r>
              <a:t>Databases used:</a:t>
            </a:r>
          </a:p>
          <a:p>
            <a:pPr/>
            <a:r>
              <a:t>- MySQL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the project:</a:t>
            </a:r>
          </a:p>
          <a:p>
            <a:pPr/>
            <a:r>
              <a:t>- FashionNest is a robust eCommerce platform allowing users to browse products, manage shopping carts, and securely check out.</a:t>
            </a:r>
          </a:p>
          <a:p>
            <a:pPr/>
            <a:r>
              <a:t>Modules:</a:t>
            </a:r>
          </a:p>
          <a:p>
            <a:pPr/>
            <a:r>
              <a:t>- User Authentication, Product Catalog, Cart &amp; Checkout, Order Management.</a:t>
            </a:r>
          </a:p>
          <a:p>
            <a:pPr/>
            <a:r>
              <a:t>System architecture:</a:t>
            </a:r>
          </a:p>
          <a:p>
            <a:pPr/>
            <a:r>
              <a:t>- Model-View-Controller (MVC) separating business logic, presentation, and data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you solved the problem:</a:t>
            </a:r>
          </a:p>
          <a:p>
            <a:pPr/>
            <a:r>
              <a:t>- Implemented modular Data Access Objects (DAOs) for database interactions and Servlets for handling HTTP requests.</a:t>
            </a:r>
          </a:p>
          <a:p>
            <a:pPr/>
            <a:r>
              <a:t>Algorithms or techniques used:</a:t>
            </a:r>
          </a:p>
          <a:p>
            <a:pPr/>
            <a:r>
              <a:t>- Session-based cart management to reduce database load.</a:t>
            </a:r>
          </a:p>
          <a:p>
            <a:pPr/>
            <a:r>
              <a:t>- JDBC for secure SQL transactions.</a:t>
            </a:r>
          </a:p>
          <a:p>
            <a:pPr/>
            <a:r>
              <a:t>Development process:</a:t>
            </a:r>
          </a:p>
          <a:p>
            <a:pPr/>
            <a:r>
              <a:t>- Iterative development, local testing via Apache Tomcat, and Docker containerization for production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Work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Modules you developed:</a:t>
            </a:r>
          </a:p>
          <a:p>
            <a:pPr/>
            <a:r>
              <a:t>- User Registration/Login, Dynamic Product Filtering, Checkout System.</a:t>
            </a:r>
          </a:p>
          <a:p>
            <a:pPr/>
            <a:r>
              <a:t>Tasks completed:</a:t>
            </a:r>
          </a:p>
          <a:p>
            <a:pPr/>
            <a:r>
              <a:t>- Designed the relational database schema.</a:t>
            </a:r>
          </a:p>
          <a:p>
            <a:pPr/>
            <a:r>
              <a:t>- Wrote JDBC data access objects for Products and Orders.</a:t>
            </a:r>
          </a:p>
          <a:p>
            <a:pPr/>
            <a:r>
              <a:t>- Deployed the full stack via Docker.</a:t>
            </a:r>
          </a:p>
          <a:p>
            <a:pPr/>
            <a:r>
              <a:t>Code/features implemented:</a:t>
            </a:r>
          </a:p>
          <a:p>
            <a:pPr/>
            <a:r>
              <a:t>- Created UserDAO, ProductDAO, OrderDAO, and a comprehensive checkout transaction handler.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Screenshots of the application:</a:t>
            </a:r>
          </a:p>
          <a:p>
            <a:pPr/>
            <a:r>
              <a:t>- [Please insert a screenshot of the FashionNest Home Page here]</a:t>
            </a:r>
          </a:p>
          <a:p>
            <a:pPr/>
            <a:r>
              <a:t>- [Please insert a screenshot of the Cart/Checkout Page here]</a:t>
            </a:r>
          </a:p>
          <a:p>
            <a:pPr/>
            <a:r>
              <a:t>Performance improvements:</a:t>
            </a:r>
          </a:p>
          <a:p>
            <a:pPr/>
            <a:r>
              <a:t>- Optimized database queries using PreparedStatements.</a:t>
            </a:r>
          </a:p>
          <a:p>
            <a:pPr/>
            <a:r>
              <a:t>- Handled simultaneous cart sessions effectively in-memory before database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difficulties:</a:t>
            </a:r>
          </a:p>
          <a:p>
            <a:pPr/>
            <a:r>
              <a:t>- Managing SQL connection credentials securely inside a Docker container.</a:t>
            </a:r>
          </a:p>
          <a:p>
            <a:pPr/>
            <a:r>
              <a:t>- Handling complex relational database inserts during the checkout process.</a:t>
            </a:r>
          </a:p>
          <a:p>
            <a:pPr/>
            <a:r>
              <a:t>Debugging issues:</a:t>
            </a:r>
          </a:p>
          <a:p>
            <a:pPr/>
            <a:r>
              <a:t>- Resolved a critical database connection issue on Render by debugging the docker-entrypoint.sh script and correctly setting up user privileges.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you solved the challenges:</a:t>
            </a:r>
          </a:p>
          <a:p>
            <a:pPr/>
            <a:r>
              <a:t>- Deep-dived into Docker initialization scripts and MySQL user permission management.</a:t>
            </a:r>
          </a:p>
          <a:p>
            <a:pPr/>
            <a:r>
              <a:t>New skills learned:</a:t>
            </a:r>
          </a:p>
          <a:p>
            <a:pPr/>
            <a:r>
              <a:t>- Docker containerization.</a:t>
            </a:r>
          </a:p>
          <a:p>
            <a:pPr/>
            <a:r>
              <a:t>- Cloud Deployment on the Render platform.</a:t>
            </a:r>
          </a:p>
          <a:p>
            <a:pPr/>
            <a:r>
              <a:t>- Advanced JDBC multi-table transactions.</a:t>
            </a:r>
          </a:p>
          <a:p>
            <a:pPr/>
            <a:r>
              <a:t>Tools/technologies mastered:</a:t>
            </a:r>
          </a:p>
          <a:p>
            <a:pPr/>
            <a:r>
              <a:t>- Servlets lifecycle, JSP rendering, MySQL Database Administration.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applications of your project:</a:t>
            </a:r>
          </a:p>
          <a:p>
            <a:pPr/>
            <a:r>
              <a:t>- The architecture serves as a foundational template for small-to-medium retail businesses to rapidly launch their online stores.</a:t>
            </a:r>
          </a:p>
          <a:p>
            <a:pPr/>
            <a:r>
              <a:t>Benefits:</a:t>
            </a:r>
          </a:p>
          <a:p>
            <a:pPr/>
            <a:r>
              <a:t>- Cost-effective deployment via Docker.</a:t>
            </a:r>
          </a:p>
          <a:p>
            <a:pPr/>
            <a:r>
              <a:t>- Modular and easily extensible codebase.</a:t>
            </a:r>
          </a:p>
          <a:p>
            <a:pPr/>
            <a:r>
              <a:t>- Robust transactional integrity for user orders.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the internship experience:</a:t>
            </a:r>
          </a:p>
          <a:p>
            <a:pPr/>
            <a:r>
              <a:t>- Gained immense hands-on experience in the complete software development lifecycle, from database design to final cloud deployment.</a:t>
            </a:r>
          </a:p>
          <a:p>
            <a:pPr/>
            <a:r>
              <a:t>Key takeaways:</a:t>
            </a:r>
          </a:p>
          <a:p>
            <a:pPr/>
            <a:r>
              <a:t>- Stronger grasp of the MVC design pattern.</a:t>
            </a:r>
          </a:p>
          <a:p>
            <a:pPr/>
            <a:r>
              <a:t>- Understanding of robust backend architecture.</a:t>
            </a:r>
          </a:p>
          <a:p>
            <a:pPr/>
            <a:r>
              <a:t>- Practical knowledge of modern DevOps deployment practices.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Possible improvements:</a:t>
            </a:r>
          </a:p>
          <a:p>
            <a:pPr/>
            <a:r>
              <a:t>- Integration of a real-world payment gateway (e.g., Stripe or Razorpay).</a:t>
            </a:r>
          </a:p>
          <a:p>
            <a:pPr/>
            <a:r>
              <a:t>- Developing an Admin Dashboard for real-time inventory management.</a:t>
            </a:r>
          </a:p>
          <a:p>
            <a:pPr/>
            <a:r>
              <a:t>Extensions of the project:</a:t>
            </a:r>
          </a:p>
          <a:p>
            <a:pPr/>
            <a:r>
              <a:t>- Migrating the raw Servlet backend to the Spring Boot framework for enterprise scalability.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Internship Diary Entries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[Placeholder: e.g., Environment setup, requirement gathering]</a:t>
            </a:r>
          </a:p>
          <a:p>
            <a:pPr/>
            <a:r>
              <a:t>Week 2: [Placeholder: e.g., Database design and creating models]</a:t>
            </a:r>
          </a:p>
          <a:p>
            <a:pPr/>
            <a:r>
              <a:t>Week 3: [Placeholder: e.g., Developing DAO layers and backend logic]</a:t>
            </a:r>
          </a:p>
          <a:p>
            <a:pPr/>
            <a:r>
              <a:t>Week 4: [Placeholder: e.g., JSP frontend integration and checkout flow]</a:t>
            </a:r>
          </a:p>
          <a:p>
            <a:pPr/>
            <a:r>
              <a:t>Week 5: [Placeholder: e.g., Docker containerization and Render deployment]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Java Servlet Specification &amp; Oracle Java Documentation</a:t>
            </a:r>
          </a:p>
          <a:p>
            <a:pPr/>
            <a:r>
              <a:t>2. MySQL Official Documentation</a:t>
            </a:r>
          </a:p>
          <a:p>
            <a:pPr/>
            <a:r>
              <a:t>3. Docker Documentation for Containerization</a:t>
            </a:r>
          </a:p>
          <a:p>
            <a:pPr/>
            <a:r>
              <a:t>4. 'Head First Servlets and JSP' by Bryan Basham</a:t>
            </a:r>
          </a:p>
          <a:p>
            <a:pPr/>
            <a:r>
              <a:t>5. GitHub - Render Deployment Guides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